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9" r:id="rId20"/>
    <p:sldId id="270" r:id="rId21"/>
    <p:sldId id="271" r:id="rId22"/>
    <p:sldId id="272" r:id="rId23"/>
    <p:sldId id="273" r:id="rId24"/>
    <p:sldId id="274" r:id="rId25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wyyy520/BikeDemand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基于共享单车数据的需求预测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46464"/>
                </a:solidFill>
              </a:defRPr>
            </a:pPr>
            <a:r>
              <a:t>特征构造 · 模型设计 · 误差分析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任务概述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数据来源：深圳市政府数据开放平台 - 共享单车企业每日订单表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约300万条订单记录，2021年1月1日 - 2月2日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空间划分：0.01° x 0.01° 网格，选取订单量最大的30个网格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时间粒度：30分钟，聚合借车量与还车量，构建 [T, 60] 需求矩阵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预测目标：未来30分钟各网格的借还车量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开发过程：数据爬取</a:t>
            </a:r>
          </a:p>
        </p:txBody>
      </p:sp>
      <p:pic>
        <p:nvPicPr>
          <p:cNvPr id="3" name="Picture 2" descr="爬取300万数据集数据库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029200" cy="2445101"/>
          </a:xfrm>
          <a:prstGeom prst="rect">
            <a:avLst/>
          </a:prstGeom>
        </p:spPr>
      </p:pic>
      <p:pic>
        <p:nvPicPr>
          <p:cNvPr id="4" name="Picture 3" descr="爬取完成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188720"/>
            <a:ext cx="5029200" cy="48609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35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通过API爬取约300万条订单数据存入SQLite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开发过程：环境配置</a:t>
            </a:r>
          </a:p>
        </p:txBody>
      </p:sp>
      <p:pic>
        <p:nvPicPr>
          <p:cNvPr id="3" name="Picture 2" descr="下载pyto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4114800" cy="4811316"/>
          </a:xfrm>
          <a:prstGeom prst="rect">
            <a:avLst/>
          </a:prstGeom>
        </p:spPr>
      </p:pic>
      <p:pic>
        <p:nvPicPr>
          <p:cNvPr id="4" name="Picture 3" descr="虚拟环境验证pyto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188720"/>
            <a:ext cx="5029200" cy="27639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35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PyTorch虚拟环境配置与CUDA验证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开发过程：空间网格划分</a:t>
            </a:r>
          </a:p>
        </p:txBody>
      </p:sp>
      <p:pic>
        <p:nvPicPr>
          <p:cNvPr id="3" name="Picture 2" descr="分区块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4114800" cy="46763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35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城市空间划分成0.01°×0.01°网格，筛选高需求区域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开发过程：Transformer首次训练</a:t>
            </a:r>
          </a:p>
        </p:txBody>
      </p:sp>
      <p:pic>
        <p:nvPicPr>
          <p:cNvPr id="3" name="Picture 2" descr="transformer第一次训练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3840480" cy="4337232"/>
          </a:xfrm>
          <a:prstGeom prst="rect">
            <a:avLst/>
          </a:prstGeom>
        </p:spPr>
      </p:pic>
      <p:pic>
        <p:nvPicPr>
          <p:cNvPr id="4" name="Picture 3" descr="transformer第一次训练结果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188720"/>
            <a:ext cx="3840480" cy="46075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开发过程：LSTM与调优</a:t>
            </a:r>
          </a:p>
        </p:txBody>
      </p:sp>
      <p:pic>
        <p:nvPicPr>
          <p:cNvPr id="3" name="Picture 2" descr="优化后的transfor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3840480" cy="4158039"/>
          </a:xfrm>
          <a:prstGeom prst="rect">
            <a:avLst/>
          </a:prstGeom>
        </p:spPr>
      </p:pic>
      <p:pic>
        <p:nvPicPr>
          <p:cNvPr id="4" name="Picture 3" descr="lstm第一次训练结果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188720"/>
            <a:ext cx="3840480" cy="46075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35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Transformer调优后 vs LSTM首次训练结果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开发过程：LSTM调优</a:t>
            </a:r>
          </a:p>
        </p:txBody>
      </p:sp>
      <p:pic>
        <p:nvPicPr>
          <p:cNvPr id="3" name="Picture 2" descr="优化后的lst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3840480" cy="4158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35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LSTM调优后训练曲线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数据特征：时间分布（1/5）</a:t>
            </a:r>
          </a:p>
        </p:txBody>
      </p:sp>
      <p:pic>
        <p:nvPicPr>
          <p:cNvPr id="3" name="Picture 2" descr="daily_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9601200" cy="3413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数据特征：高量段日内双峰（2/5）</a:t>
            </a:r>
          </a:p>
        </p:txBody>
      </p:sp>
      <p:pic>
        <p:nvPicPr>
          <p:cNvPr id="3" name="Picture 2" descr="high_volume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9601200" cy="3413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特征构造方法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需求特征：过去24小时（48步）30网格借/还车量，共 48 × 60 = 2880 维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滞后特征：前一日同时刻（lag=48）借/还车量，共60维 → 显式提供previous-day信号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时间周期特征（5维）：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日内正弦/余弦：sin(2πt/48), cos(2πt/48)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周内正弦/余弦：sin(2πd/7), cos(2πd/7)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周末二值标记：周六日=1，其余=0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标准化：训练集上z-score，避免数据泄露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输出：未来30分钟60维需求向量（借车30 + 还车30）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训练集与测试集划分（按日期）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发现数据分布严重不均匀（前29天几乎无订单），改为按日期划分：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训练集：2021-01-30 13:00 — 2021-01-31 20:00（高量段）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验证集：2021-01-31 20:00 — 2021-02-01 04:00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测试集：2021-02-01 04:00 — 2021-02-02 14:00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lookback = 48（过去24小时） → 预测 horizon = 1（未来30分钟）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模型架构：Transformer + 残差学习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核心设计：预测目标 = 需求 - 前一日同时刻需求（残差），评估时加回基线还原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输入投影：Linear(2945 → d_model=64) + LayerNorm + 正弦位置编码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时间编码器：2层TransformerEncoder，nhead=4，FFN=128，norm_first=True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输出头：LayerNorm + Linear(d_model → 60)，取最后时间步输出</a:t>
            </a:r>
          </a:p>
          <a:p>
            <a:pPr>
              <a:defRPr sz="1000">
                <a:solidFill>
                  <a:srgbClr val="333333"/>
                </a:solidFill>
              </a:defRPr>
            </a:pP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残差学习使模型从previous-day水平出发学习修正量，稳定训练过程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评价指标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MAE（平均绝对误差）：对异常值不敏感，直观反映平均偏差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RMSE（均方根误差）：对大误差敏感，反映峰值时段表现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MAPE（百分比误差）：当真值接近0时数值爆炸，本数据夜间时段MAPE可达数千%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WMAPE（加权百分比误差）：以总需求为分母，更稳健，本实验主要参考指标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模型误差对比（3/5）</a:t>
            </a:r>
          </a:p>
        </p:txBody>
      </p:sp>
      <p:pic>
        <p:nvPicPr>
          <p:cNvPr id="3" name="Picture 2" descr="model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8229600" cy="40514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训练过程（4/5）</a:t>
            </a:r>
          </a:p>
        </p:txBody>
      </p:sp>
      <p:pic>
        <p:nvPicPr>
          <p:cNvPr id="3" name="Picture 2" descr="train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8229600" cy="405149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误差空间分布（5/5）</a:t>
            </a:r>
          </a:p>
        </p:txBody>
      </p:sp>
      <p:pic>
        <p:nvPicPr>
          <p:cNvPr id="3" name="Picture 2" descr="spatial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10058400" cy="341985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误差空间分布的原因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高需求 — 高误差：高峰期单网格30分钟订单可达数千辆，相对误差10%对应绝对MAE远高于低需求网格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需求波动性强：高需求网格对突发事件（天气、管制、活动）更敏感，昨日同期基线难以捕捉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数据量不足：训练段仅约31小时高量数据，模型无法学习各网格差异化模式，只能学到全局周期修正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总结与讨论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previous-day基线凭强日周期惯性表现最强（MAE=60.4），Transformer残差模型接近（MAE=61.0）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historical_mean明显较差（MAE=101.2），说明数据有明显时间模式可利用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残差建模有效稳定训练，Transformer验证loss从0.41降至0.14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深度模型要超越简单基线，需要：更长时间跨度数据、真实分布差异、额外特征（天气/POI/空间拓扑）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当前32天、时段单一的数据条件下，简单基线的竞争力难以被超越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源代码与GitHub仓库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0563C1"/>
                </a:solidFill>
                <a:hlinkClick r:id="rId2"/>
              </a:rPr>
              <a:t>GitHub仓库：https://github.com/wyyy520/BikeDemand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主要源代码结构：</a:t>
            </a:r>
          </a:p>
          <a:p>
            <a:pPr lvl="1">
              <a:defRPr sz="1800">
                <a:solidFill>
                  <a:srgbClr val="333333"/>
                </a:solidFill>
              </a:defRPr>
            </a:pPr>
            <a:r>
              <a:t>src/fetch_orders_sqlite.py  - API爬取订单数据，存入SQLite</a:t>
            </a:r>
          </a:p>
          <a:p>
            <a:pPr lvl="1">
              <a:defRPr sz="1800">
                <a:solidFill>
                  <a:srgbClr val="333333"/>
                </a:solidFill>
              </a:defRPr>
            </a:pPr>
            <a:r>
              <a:t>src/clean_orders.py        - 数据清洗（去重、去异常）</a:t>
            </a:r>
          </a:p>
          <a:p>
            <a:pPr lvl="1">
              <a:defRPr sz="1800">
                <a:solidFill>
                  <a:srgbClr val="333333"/>
                </a:solidFill>
              </a:defRPr>
            </a:pPr>
            <a:r>
              <a:t>src/aggregate_demand.py    - 时空网格聚合，生成30min需求矩阵</a:t>
            </a:r>
          </a:p>
          <a:p>
            <a:pPr lvl="1">
              <a:defRPr sz="1800">
                <a:solidFill>
                  <a:srgbClr val="333333"/>
                </a:solidFill>
              </a:defRPr>
            </a:pPr>
            <a:r>
              <a:t>src/transformer_model.py   - Transformer模型定义（含空间注意力）</a:t>
            </a:r>
          </a:p>
          <a:p>
            <a:pPr lvl="1">
              <a:defRPr sz="1800">
                <a:solidFill>
                  <a:srgbClr val="333333"/>
                </a:solidFill>
              </a:defRPr>
            </a:pPr>
            <a:r>
              <a:t>src/lstm_model.py          - LSTM模型定义</a:t>
            </a:r>
          </a:p>
          <a:p>
            <a:pPr lvl="1">
              <a:defRPr sz="1800">
                <a:solidFill>
                  <a:srgbClr val="333333"/>
                </a:solidFill>
              </a:defRPr>
            </a:pPr>
            <a:r>
              <a:t>src/train_transformer.py   - Transformer训练与评估脚本</a:t>
            </a:r>
          </a:p>
          <a:p>
            <a:pPr lvl="1">
              <a:defRPr sz="1800">
                <a:solidFill>
                  <a:srgbClr val="333333"/>
                </a:solidFill>
              </a:defRPr>
            </a:pPr>
            <a:r>
              <a:t>src/train_lstm.py          - LSTM训练与评估脚本</a:t>
            </a:r>
          </a:p>
          <a:p>
            <a:pPr>
              <a:defRPr sz="800">
                <a:solidFill>
                  <a:srgbClr val="333333"/>
                </a:solidFill>
              </a:defRPr>
            </a:pPr>
          </a:p>
          <a:p>
            <a:pPr lvl="1">
              <a:defRPr sz="1800">
                <a:solidFill>
                  <a:srgbClr val="333333"/>
                </a:solidFill>
              </a:defRPr>
            </a:pPr>
            <a:r>
              <a:t>report/analysis.pdf        - 完整分析报告</a:t>
            </a:r>
          </a:p>
          <a:p>
            <a:pPr lvl="1">
              <a:defRPr sz="1800">
                <a:solidFill>
                  <a:srgbClr val="333333"/>
                </a:solidFill>
              </a:defRPr>
            </a:pPr>
            <a:r>
              <a:t>report/presentation.pptx   - 汇报PPT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4E79"/>
                </a:solidFill>
              </a:defRPr>
            </a:pPr>
            <a:r>
              <a:t>源代码：Transformer模型定义 - transformer_model.py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760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latin typeface="Consolas"/>
              </a:rPr>
              <a:t>"""多区域时序 Transformer Encoder。
输入：X.shape == [batch, lookback, input_dim]
输出：y_hat.shape == [batch, horizon, output_dim]
对于 N 个空间网格，output_dim=2*N，前 N 个输出为借车量，后 N 个输出为还车量。
"""
from __future__ import annotations
import math
import torch
from torch import Tensor, nn
class SinusoidalPositionalEncoding(nn.Module):
    def __init__(self, d_model: int, max_len: int = 512) -&gt; None:
        super().__init__()
        position = torch.arange(max_len, dtype=torch.float32).unsqueeze(1)
        div_term = torch.exp(
            torch.arange(0, d_model, 2, dtype=torch.float32)
            * (-math.log(10000.0) / d_model)
        )
        encoding = torch.zeros(max_len, d_model)
        encoding[:, 0::2] = torch.sin(position * div_term)
        encoding[:, 1::2] = torch.cos(position * div_term[: encoding[:, 1::2].shape[1]])
        self.register_buffer("encoding", encoding.unsqueeze(0), persistent=False)
    def forward(self, x: Tensor) -&gt; Tensor:
        return x + self.encoding[:, : x.size(1)]
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4E79"/>
                </a:solidFill>
              </a:defRPr>
            </a:pPr>
            <a:r>
              <a:t>源代码：Transformer模型定义 - transformer_model.py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760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latin typeface="Consolas"/>
              </a:rPr>
              <a:t>
class SpatialAttention(nn.Module):
    """在输出通道维度做自注意力，模拟网格间的信息交互。
    输入 z: [batch, time, d_model]，转置后在 d_model 维度上做注意力，
    相当于让每个时间步内不同"通道"（对应各网格的表征）互相交换信息。
    """
    def __init__(self, d_model: int, nhead: int, dropout: float = 0.1) -&gt; None:
        super().__init__()
        self.mix_logits = nn.Parameter(torch.randn(d_model, d_model) * 0.02)
        self.norm = nn.LayerNorm(d_model)
    def forward(self, z: Tensor, num_nodes: int) -&gt; Tensor:
        # 把 d_model 通道当作注意力序列，模拟节点间交互
        batch, time, d = z.shape
        # 每个时间步独立做：把d_model个通道看成序列，需要每个位置是d_model维向量，
        # 但通道本身是标量，所以用1x1卷积做Q/K/V投影不可行。改为简单可学习加权混合。
        # 简化：用可学习参数矩阵在d维度做注意力式混合（等效单头自注意力的值域）
        weight = torch.softmax(self.mix_logits, dim=-1)  # [d, d]
        mixed = torch.matmul(z, weight.T)  # [batch, time, d]
        attn_out = mixed
        return self.norm(z + attn_out)
class TemporalTransformer(nn.Module):
    def __init__(
        self,
        input_dim: int,
        output_dim: int,
        d_model: int = 128,
        nhead: int = 4,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4E79"/>
                </a:solidFill>
              </a:defRPr>
            </a:pPr>
            <a:r>
              <a:t>源代码：Transformer模型定义 - transformer_model.py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760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latin typeface="Consolas"/>
              </a:rPr>
              <a:t>        num_encoder_layers: int = 2,
        num_nodes: int = 0,
        use_spatial_attention: bool = False,
        dim_feedforward: int = 256,
        dropout: float = 0.1,
        horizon: int = 1,
        max_len: int = 512,
    ) -&gt; None:
        super().__init__()
        if d_model % nhead != 0:
            raise ValueError("d_model必须能被nhead整除")
        self.horizon = horizon
        self.output_dim = output_dim
        self.num_nodes = num_nodes
        if use_spatial_attention and num_nodes &lt;= 0:
            raise ValueError("启用空间注意力时必须提供num_nodes")
        self.input_projection = nn.Sequential(
            nn.Linear(input_dim, d_model),
            nn.LayerNorm(d_model),
        )
        self.position = SinusoidalPositionalEncoding(d_model, max_len=max_len)
        layer = nn.TransformerEncoderLayer(
            d_model=d_model,
            nhead=nhead,
            dim_feedforward=dim_feedforward,
            dropout=dropout,
            activation="gelu",
            batch_first=True,
            norm_first=True,
        )
        self.encoder = nn.TransformerEncoder(layer, num_layers=num_encoder_layers)
        self.spatial = (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4E79"/>
                </a:solidFill>
              </a:defRPr>
            </a:pPr>
            <a:r>
              <a:t>源代码：Transformer模型定义 - transformer_model.py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760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latin typeface="Consolas"/>
              </a:rPr>
              <a:t>            SpatialAttention(d_model, nhead, dropout=dropout)
            if use_spatial_attention and num_nodes &gt; 1
            else None
        )
        self.head = nn.Sequential(
            nn.LayerNorm(d_model),
            nn.Linear(d_model, horizon * output_dim),
        )
    def forward(self, x: Tensor) -&gt; Tensor:
        if x.ndim != 3:
            raise ValueError("输入必须是[batch, time, feature]三维张量")
        z = self.input_projection(x)
        z = self.position(z)
        z = self.encoder(z)
        if self.spatial is not None:
            z = self.spatial(z, self.num_nodes)
        last_state = z[:, -1]
        prediction = self.head(last_state)
        return prediction.view(x.size(0), self.horizon, self.output_dim)
if __name__ == "__main__":
    model = TemporalTransformer(input_dim=80, output_dim=60)
    sample = torch.randn(4, 48, 80)
    result = model(sample)
    print("input:", tuple(sample.shape))
    print("output:", tuple(result.shape))
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4E79"/>
                </a:solidFill>
              </a:defRPr>
            </a:pPr>
            <a:r>
              <a:t>源代码：Transformer训练脚本 - train_transformer.py (1/8)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760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latin typeface="Consolas"/>
              </a:rPr>
              <a:t>#!/usr/bin/env python3
"""训练多区域时序 Transformer，并和两个简单基线比较。
典型运行：
    python src/aggregate_demand.py
    python src/train_transformer.py --epochs 30
目标改为残差：y 减去前一天同期需求（lag48），模型学习对 previous-day 基线的修正量，评估时把残差加回基线后还原为订单数。
"""
from __future__ import annotations
import argparse
import json
import random
from pathlib import Path
import numpy as np
import torch
from torch import nn
from torch.utils.data import DataLoader, Dataset
from transformer_model import TemporalTransformer
class WindowDataset(Dataset):
    def __init__(self, x: np.ndarray, y: np.ndarray, targets: np.ndarray, lookback: int, horizon: int):
        self.x, self.y, self.targets = x, y, targets
        self.lookback, self.horizon = lookback, horizon
    def __len__(self) -&gt; int:
        return len(self.targets)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4E79"/>
                </a:solidFill>
              </a:defRPr>
            </a:pPr>
            <a:r>
              <a:t>源代码：Transformer训练脚本 - train_transformer.py (2/8)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760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latin typeface="Consolas"/>
              </a:rPr>
              <a:t>
    def __getitem__(self, index: int):
        t = int(self.targets[index])
        lag48 = np.repeat(self.x[t - 48:t - 47], self.lookback, axis=0)
        features = np.concatenate(
            [self.x[t - self.lookback:t], self.y[t - self.lookback:t], lag48], axis=1
        )
        baseline = np.repeat(self.x[t - 48:t - 48 + self.horizon], self.horizon, axis=0)
        target = self.x[t:t + self.horizon] - baseline
        return torch.from_numpy(features).float(), torch.from_numpy(target).float()
def set_seed(seed: int) -&gt; None:
    random.seed(seed)
    np.random.seed(seed)
    torch.manual_seed(seed)
    if torch.cuda.is_available():
        torch.cuda.manual_seed_all(seed)
def make_targets(start: int, end: int, lookback: int, horizon: int) -&gt; np.ndarray:
    first = max(start, lookback)
    last = end - horizon + 1
    return np.arange(first, max(first, last), dtype=np.int64)
def metrics(y_true: np.ndarray, y_pred: np.ndarray) -&gt; dict[str, float]:
    err = y_pred - y_true
    denom = np.maximum(np.abs(y_true), 1.0)
    return {
        "MAE": float(np.mean(np.abs(err))),
        "RMSE": float(np.sqrt(np.mean(err ** 2))),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4E79"/>
                </a:solidFill>
              </a:defRPr>
            </a:pPr>
            <a:r>
              <a:t>源代码：Transformer训练脚本 - train_transformer.py (3/8)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760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latin typeface="Consolas"/>
              </a:rPr>
              <a:t>        "MAPE_percent": float(np.mean(np.abs(err) / denom) * 100),
        "WMAPE_percent": float(np.sum(np.abs(err)) / max(np.sum(np.abs(y_true)), 1.0) * 100),
    }
@torch.no_grad()
def predict(model, loader, device, mean, std):
    model.eval()
    all_true, all_pred = [], []
    for features, target in loader:
        prediction = model(features.to(device)).cpu().numpy()
        true = target.numpy()
        baseline = np.repeat(features[:, -48:-47, :prediction.shape[2]].cpu().numpy(), prediction.shape[1], axis=1)
        pred_count = np.expm1((prediction + baseline) * std + mean).clip(0)
        true_count = np.expm1((true + baseline) * std + mean).clip(0)
        all_pred.append(pred_count)
        all_true.append(true_count)
    return np.concatenate(all_true), np.concatenate(all_pred)
def train_epoch(model, loader, optimizer, criterion, device):
    model.train()
    total, n = 0.0, 0
    for features, target in loader:
        features, target = features.to(device), target.to(device)
        optimizer.zero_grad(set_to_none=True)
        prediction = model(features)
        loss = criterion(prediction, target)
        loss.backward()
        torch.nn.utils.clip_grad_norm_(model.parameters(), 1.0)
        optimizer.step()
        total += float(loss.item()) * len(features)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4E79"/>
                </a:solidFill>
              </a:defRPr>
            </a:pPr>
            <a:r>
              <a:t>源代码：Transformer训练脚本 - train_transformer.py (4/8)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760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latin typeface="Consolas"/>
              </a:rPr>
              <a:t>        n += len(features)
    return total / max(n, 1)
def main() -&gt; None:
    parser = argparse.ArgumentParser(description="训练共享单车需求 Transformer")
    parser.add_argument("--data", default="data/processed/demand_30min.npz")
    parser.add_argument("--output-dir", default="checkpoints/transformer")
    parser.add_argument("--lookback", type=int, default=48)
    parser.add_argument("--horizon", type=int, default=1)
    parser.add_argument("--train-ratio", type=float, default=None)
    parser.add_argument("--val-ratio", type=float, default=None)
    parser.add_argument("--train-start", default=None, help="如 2021-01-30T13:00")
    parser.add_argument("--train-end", default=None)
    parser.add_argument("--val-end", default=None)
    parser.add_argument("--d-model", type=int, default=128)
    parser.add_argument("--nhead", type=int, default=4)
    parser.add_argument("--layers", type=int, default=2)
    parser.add_argument("--ffn-dim", type=int, default=256)
    parser.add_argument("--dropout", type=float, default=0.1)
    parser.add_argument("--spatial-attention", action="store_true", help="启用空间注意力")
    parser.add_argument("--batch-size", type=int, default=64)
    parser.add_argument("--epochs", type=int, default=50)
    parser.add_argument("--lr", type=float, default=3e-4)
    parser.add_argument("--weight-decay", type=float, default=1e-5)
    parser.add_argument("--patience", type=int, default=5)
    parser.add_argument("--seed", type=int, default=42)
    args = parser.parse_args()
    set_seed(args.seed)
    data_path = Path(args.data)
    if not data_path.exists():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4E79"/>
                </a:solidFill>
              </a:defRPr>
            </a:pPr>
            <a:r>
              <a:t>源代码：Transformer训练脚本 - train_transformer.py (5/8)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760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latin typeface="Consolas"/>
              </a:rPr>
              <a:t>        raise SystemExit(f"找不到聚合数据：{data_path}，请先运行 aggregate_demand.py")
    raw = np.load(data_path)
    demand = raw["demand"].astype(np.float32)
    time_features = raw["time_features"].astype(np.float32)
    times = raw["times"].astype(np.int64)
    steps, output_dim = demand.shape
    if len(times) != steps or steps &lt;= args.lookback + args.horizon:
        raise SystemExit("时间序列太短，无法构造训练窗口")
    import pandas as pd
    if args.train_start:
        # 按日期划分（针对不均匀数据）
        ts = pd.to_datetime(times, unit="s")
        mask = ts &gt;= pd.Timestamp(args.train_start)
        first_idx = int(np.argmax(mask))
        train_end = int(np.argmax(ts &gt;= pd.Timestamp(args.train_end))) if args.train_end else steps
        val_end = int(np.argmax(ts &gt;= pd.Timestamp(args.val_end))) if args.val_end else steps
        if not (first_idx + args.lookback + args.horizon &lt; train_end &lt; val_end &lt;= steps):
            raise SystemExit("按日期划分后窗口不足，请检查日期范围")
        steps_offset = first_idx
        train_start_idx = first_idx
    else:
        train_start_idx = 0
        train_end = int(steps * args.train_ratio)
        val_end = int(steps * (args.train_ratio + args.val_ratio))
        if not (0 &lt; train_end &lt; val_end &lt; steps):
            raise SystemExit("train/val比例不合法")
    # 只用训练时段估计变换参数，避免测试集信息泄漏。
    log_demand = np.log1p(demand)
    mean = log_demand[train_start_idx:train_end].mean(axis=0).astype(np.float32)
    std = log_demand[train_start_idx:train_end].std(axis=0).astype(np.float32)
    std[std &lt; 1e-4] = 1.0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4E79"/>
                </a:solidFill>
              </a:defRPr>
            </a:pPr>
            <a:r>
              <a:t>源代码：Transformer训练脚本 - train_transformer.py (6/8)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760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latin typeface="Consolas"/>
              </a:rPr>
              <a:t>    scaled = ((log_demand - mean) / std).astype(np.float32)
    train_targets = make_targets(train_start_idx, train_end, args.lookback, args.horizon)
    val_targets = make_targets(train_end, val_end, args.lookback, args.horizon)
    test_targets = make_targets(val_end, steps, args.lookback, args.horizon)
    if min(len(train_targets), len(val_targets), len(test_targets)) == 0:
        raise SystemExit("某个数据划分没有可用窗口，请减少lookback或调整划分比例")
    train_ds = WindowDataset(scaled, time_features, train_targets, args.lookback, args.horizon)
    val_ds = WindowDataset(scaled, time_features, val_targets, args.lookback, args.horizon)
    test_ds = WindowDataset(scaled, time_features, test_targets, args.lookback, args.horizon)
    train_loader = DataLoader(train_ds, batch_size=args.batch_size, shuffle=True, num_workers=0)
    val_loader = DataLoader(val_ds, batch_size=args.batch_size, shuffle=False, num_workers=0)
    test_loader = DataLoader(test_ds, batch_size=args.batch_size, shuffle=False, num_workers=0)
    device = torch.device("cuda" if torch.cuda.is_available() else "cpu")
    model = TemporalTransformer(
        input_dim=output_dim + time_features.shape[1] + output_dim, output_dim=output_dim,
        d_model=args.d_model, nhead=args.nhead, num_encoder_layers=args.layers,
        dim_feedforward=args.ffn_dim, dropout=args.dropout, horizon=args.horizon,
        num_nodes=output_dim, use_spatial_attention=args.spatial_attention,
    ).to(device)
    optimizer = torch.optim.AdamW(model.parameters(), lr=args.lr, weight_decay=args.weight_decay)
    criterion = nn.HuberLoss()
    best_val, stale = float("inf"), 0
    output_dir = Path(args.output_dir)
    output_dir.mkdir(parents=True, exist_ok=True)
    checkpoint = output_dir / "best.pt"
    print(f"设备：{device}；时间步：{steps:,}；网格：{output_dim // 2}")
    print(f"窗口数：train={len(train_ds):,}, val={len(val_ds):,}, test={len(test_ds):,}")
    for epoch in range(1, args.epochs + 1):
        train_loss = train_epoch(model, train_loader, optimizer, criterion, device)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4E79"/>
                </a:solidFill>
              </a:defRPr>
            </a:pPr>
            <a:r>
              <a:t>源代码：Transformer训练脚本 - train_transformer.py (7/8)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760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latin typeface="Consolas"/>
              </a:rPr>
              <a:t>        model.eval()
        val_loss, n = 0.0, 0
        with torch.no_grad():
            for features, target in val_loader:
                loss = criterion(model(features.to(device)), target.to(device))
                val_loss += float(loss.item()) * len(features)
                n += len(features)
        val_loss /= max(n, 1)
        print(f"epoch {epoch:03d} | train_loss={train_loss:.5f} | val_loss={val_loss:.5f}", flush=True)
        if val_loss &lt; best_val:
            best_val, stale = val_loss, 0
            torch.save({"model": model.state_dict(), "args": vars(args), "mean": mean, "std": std}, checkpoint)
        else:
            stale += 1
            if stale &gt;= args.patience:
                print(f"验证集连续 {args.patience} 轮未改善，提前停止")
                break
    saved = torch.load(checkpoint, map_location=device, weights_only=False)
    model.load_state_dict(saved["model"])
    true, pred = predict(model, test_loader, device, mean, std)
    result = {"device": str(device), "best_val_loss": best_val, "transformer": metrics(true, pred)}
    # 前一天同一时刻基线：测试目标 t 使用 t-48 的真实需求。
    if args.horizon == 1:
        baseline_prev = demand[test_targets - 48]
        result["previous_day"] = metrics(true[:, 0], baseline_prev)
    # 训练集的星期几+半小时槽历史均值基线。
    train_dt = __import__("pandas").to_datetime(times[train_start_idx:train_end], unit="s")
    test_dt = __import__("pandas").to_datetime(times[test_targets], unit="s")
    slot = train_dt.dayofweek.to_numpy() * 48 + (train_dt.hour.to_numpy() * 2 + train_dt.minute.to_numpy() // 30)
    mean_by_slot = {int(k): demand[train_start_idx:train_end][slot == k].mean(axis=0) for k in np.unique(slot)}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4E79"/>
                </a:solidFill>
              </a:defRPr>
            </a:pPr>
            <a:r>
              <a:t>源代码：Transformer训练脚本 - train_transformer.py (8/8)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760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latin typeface="Consolas"/>
              </a:rPr>
              <a:t>    hist = np.stack([mean_by_slot.get(int(d.dayofweek * 48 + d.hour * 2 + d.minute // 30), demand[:train_end].mean(axis=0)) for d in test_dt])
    result["historical_mean"] = metrics(true[:, 0], hist) if args.horizon == 1 else {"note": "历史平均基线当前实现为单步"}
    metrics_path = output_dir / "test_metrics.json"
    metrics_path.write_text(json.dumps(result, ensure_ascii=False, indent=2), encoding="utf-8")
    np.savez_compressed(output_dir / "test_predictions.npz", times=times[test_targets], y_true=true, y_pred=pred)
    print(json.dumps(result, ensure_ascii=False, indent=2))
    print(f"模型：{checkpoint}\n指标：{metrics_path}")
if __name__ == "__main__":
    main()
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4E79"/>
                </a:solidFill>
              </a:defRPr>
            </a:pPr>
            <a:r>
              <a:t>源代码：LSTM模型定义 - lstm_model.py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760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latin typeface="Consolas"/>
              </a:rPr>
              <a:t>#!/usr/bin/env python3
"""多区域时序 LSTM 模型。
输入：[batch, lookback, demand_dim + time_feature_dim]
输出：[batch, horizon, demand_dim]
"""
from __future__ import annotations
import torch
from torch import Tensor, nn
class DemandLSTM(nn.Module):
    def __init__(
        self,
        input_dim: int,
        output_dim: int,
        hidden_dim: int = 128,
        num_layers: int = 2,
        dropout: float = 0.1,
        horizon: int = 1,
    ) -&gt; None:
        super().__init__()
        self.horizon = horizon
        self.output_dim = output_dim
        self.input_projection = nn.Sequential(
            nn.Linear(input_dim, hidden_dim),
            nn.LayerNorm(hidden_dim),
        )
        self.lstm = nn.LSTM(
            input_size=hidden_dim,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4E79"/>
                </a:solidFill>
              </a:defRPr>
            </a:pPr>
            <a:r>
              <a:t>源代码：LSTM模型定义 - lstm_model.py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760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latin typeface="Consolas"/>
              </a:rPr>
              <a:t>            hidden_size=hidden_dim,
            num_layers=num_layers,
            batch_first=True,
            dropout=dropout if num_layers &gt; 1 else 0.0,
        )
        self.head = nn.Sequential(
            nn.LayerNorm(hidden_dim),
            nn.Linear(hidden_dim, horizon * output_dim),
        )
    def forward(self, x: Tensor) -&gt; Tensor:
        if x.ndim != 3:
            raise ValueError("输入必须是[batch, time, feature]三维张量")
        z = self.input_projection(x)
        z, _ = self.lstm(z)
        prediction = self.head(z[:, -1])
        return prediction.view(x.size(0), self.horizon, self.output_dim)
if __name__ == "__main__":
    model = DemandLSTM(input_dim=66, output_dim=60)
    sample = torch.randn(4, 48, 66)
    print("input:", tuple(sample.shape))
    print("output:", tuple(model(sample).shape))
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4E79"/>
                </a:solidFill>
              </a:defRPr>
            </a:pPr>
            <a:r>
              <a:t>源代码：需求聚合脚本 - aggregate_demand.py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760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latin typeface="Consolas"/>
              </a:rPr>
              <a:t>#!/usr/bin/env python3
"""把清洗后的订单聚合成 Transformer 可直接使用的 30 分钟网格序列。
输出：
  data/processed/demand_30min.npz
  data/processed/demand_30min_meta.json
每个时间步的 demand 向量按 ``[out_grid_1..N, in_grid_1..N]`` 排列，
time_features 包含日周期、周周期、周末和高峰标记。
"""
from __future__ import annotations
import argparse
import json
import sqlite3
from pathlib import Path
import numpy as np
import pandas as pd
def grid_id(lat: pd.Series, lng: pd.Series, min_lat: float, min_lng: float, size: float) -&gt; pd.Series:
    gy = np.floor((lat.to_numpy() - min_lat) / size).astype(np.int32)
    gx = np.floor((lng.to_numpy() - min_lng) / size).astype(np.int32)
    return pd.Series(gy * 1000 + gx, index=lat.index, dtype="int32")
def make_features(index: pd.DatetimeIndex) -&gt; np.ndarray:
    minute = index.hour * 60 + index.minute
    day_phase = 2 * np.pi * minute / 1440.0
    week_phase = 2 * np.pi * (index.dayofweek * 1440 + minute) / (7 * 1440.0)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4E79"/>
                </a:solidFill>
              </a:defRPr>
            </a:pPr>
            <a:r>
              <a:t>源代码：需求聚合脚本 - aggregate_demand.py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760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latin typeface="Consolas"/>
              </a:rPr>
              <a:t>    weekend = (index.dayofweek &gt;= 5).astype(np.float32)
    peak = (((index.hour.isin([7, 8, 9, 17, 18, 19])))).astype(np.float32)
    return np.column_stack([
        np.sin(day_phase), np.cos(day_phase),
        np.sin(week_phase), np.cos(week_phase), weekend, peak,
    ]).astype(np.float32)
def main() -&gt; None:
    parser = argparse.ArgumentParser(description="订单聚合为30分钟空间网格序列")
    parser.add_argument("--input", default="data/processed/orders_5m_clean.sqlite")
    parser.add_argument("--output", default="data/processed/demand_30min.npz")
    parser.add_argument("--top-grids", type=int, default=30)
    parser.add_argument("--grid-size", type=float, default=0.01, help="网格边长，单位为经纬度度数")
    parser.add_argument("--min-lat", type=float, default=22.4)
    parser.add_argument("--min-lng", type=float, default=113.7)
    parser.add_argument("--chunk-size", type=int, default=200_000)
    args = parser.parse_args()
    source = Path(args.input)
    output = Path(args.output)
    if not source.exists():
        raise SystemExit(f"输入数据库不存在：{source}")
    if args.top_grids &lt;= 0 or args.grid_size &lt;= 0:
        raise SystemExit("--top-grids和--grid-size必须大于0")
    output.parent.mkdir(parents=True, exist_ok=True)
    conn = sqlite3.connect(source)
    query = """SELECT start_time, end_time, start_lat, start_lng, end_lat, end_lng
               FROM orders_clean"""
    parts: list[pd.DataFrame] = []
    total = 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4E79"/>
                </a:solidFill>
              </a:defRPr>
            </a:pPr>
            <a:r>
              <a:t>源代码：需求聚合脚本 - aggregate_demand.py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760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latin typeface="Consolas"/>
              </a:rPr>
              <a:t>    for chunk in pd.read_sql_query(query, conn, chunksize=args.chunk_size):
        total += len(chunk)
        chunk["start_time"] = pd.to_datetime(chunk["start_time"], errors="coerce").dt.floor("30min")
        chunk["end_time"] = pd.to_datetime(chunk["end_time"], errors="coerce").dt.floor("30min")
        chunk = chunk.dropna(subset=["start_time", "end_time", "start_lat", "start_lng", "end_lat", "end_lng"])
        chunk["out_grid"] = grid_id(chunk["start_lat"], chunk["start_lng"], args.min_lat, args.min_lng, args.grid_size)
        chunk["in_grid"] = grid_id(chunk["end_lat"], chunk["end_lng"], args.min_lat, args.min_lng, args.grid_size)
        out = chunk.groupby(["start_time", "out_grid"], observed=True).size().rename("out_count").reset_index()
        out = out.rename(columns={"start_time": "time", "out_grid": "grid"})
        inc = chunk.groupby(["end_time", "in_grid"], observed=True).size().rename("in_count").reset_index()
        inc = inc.rename(columns={"end_time": "time", "in_grid": "grid"})
        parts.append(pd.concat([out, inc], ignore_index=True))
        if total % (args.chunk_size * 5) &lt; len(chunk):
            print(f"已读取 {total:,} 条订单", flush=True)
    conn.close()
    if not parts:
        raise SystemExit("没有可聚合的订单")
    events = pd.concat(parts, ignore_index=True).fillna(0)
    events = events.groupby(["time", "grid"], as_index=False)[["out_count", "in_count"]].sum()
    grid_totals = events.groupby("grid")[["out_count", "in_count"]].sum().sum(axis=1)
    selected = grid_totals.nlargest(args.top_grids).index.to_numpy(dtype=np.int32)
    selected_set = set(int(x) for x in selected)
    events = events[events["grid"].isin(selected_set)]
    if events.empty:
        raise SystemExit("top-grids过滤后没有数据")
    start = events["time"].min()
    end = events["time"].max()
    times = pd.date_range(start=start, end=end, freq="30min")
    grid_to_col = {int(g): i for i, g in enumerate(selected)}
    demand = np.zeros((len(times), 2 * len(selected)), dtype=np.float32)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4E79"/>
                </a:solidFill>
              </a:defRPr>
            </a:pPr>
            <a:r>
              <a:t>源代码：需求聚合脚本 - aggregate_demand.py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760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latin typeface="Consolas"/>
              </a:rPr>
              <a:t>    time_pos = {t: i for i, t in enumerate(times)}
    for row in events.itertuples(index=False):
        t, g = row.time, int(row.grid)
        i = time_pos.get(t)
        j = grid_to_col.get(g)
        if i is not None and j is not None:
            demand[i, j] += float(row.out_count)
            demand[i, len(selected) + j] += float(row.in_count)
    time_features = make_features(times)
    times_int = (times.as_unit("ns").asi8 // 10**9).astype(np.int64)
    np.savez_compressed(output, times=times_int, demand=demand, time_features=time_features)
    metadata = {
        "source": str(source), "orders_read": total, "time_frequency": "30min",
        "grid_size": args.grid_size, "min_lat": args.min_lat, "min_lng": args.min_lng,
        "top_grids": [int(x) for x in selected], "num_grids": len(selected),
        "num_time_steps": len(times), "start_time": str(times[0]), "end_time": str(times[-1]),
        "feature_layout": "demand=[out_1..out_N,in_1..in_N], time_features=[day_sin,day_cos,week_sin,week_cos,weekend,peak]",
    }
    meta_path = output.with_name(output.stem + "_meta.json")
    meta_path.write_text(json.dumps(metadata, ensure_ascii=False, indent=2), encoding="utf-8")
    print(f"聚合完成：{output}")
    print(f"时间步：{len(times):,}，网格：{len(selected)}，需求特征：{demand.shape[1]}")
if __name__ == "__main__":
    main()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